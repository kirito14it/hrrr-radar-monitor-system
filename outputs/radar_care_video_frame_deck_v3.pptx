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d4dd24b29490a" /><Relationship Type="http://schemas.openxmlformats.org/officeDocument/2006/relationships/extended-properties" Target="/docProps/app.xml" Id="R37f30e4625164a07" /><Relationship Type="http://schemas.openxmlformats.org/officeDocument/2006/relationships/officeDocument" Target="/ppt/presentation.xml" Id="R7d47c94529a1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eb49fd6514dad"/>
  </p:sldMasterIdLst>
  <p:notesMasterIdLst>
    <p:notesMasterId xmlns:r="http://schemas.openxmlformats.org/officeDocument/2006/relationships" r:id="R93f7c552235c4bde"/>
  </p:notesMasterIdLst>
  <p:sldIdLst>
    <p:sldId xmlns:r="http://schemas.openxmlformats.org/officeDocument/2006/relationships" id="256" r:id="R00d45916f704464c"/>
    <p:sldId xmlns:r="http://schemas.openxmlformats.org/officeDocument/2006/relationships" id="257" r:id="R88785ed4c8004d29"/>
    <p:sldId xmlns:r="http://schemas.openxmlformats.org/officeDocument/2006/relationships" id="258" r:id="R96ad99248e4745db"/>
    <p:sldId xmlns:r="http://schemas.openxmlformats.org/officeDocument/2006/relationships" id="259" r:id="Rcf4513602cf3474d"/>
    <p:sldId xmlns:r="http://schemas.openxmlformats.org/officeDocument/2006/relationships" id="260" r:id="Rd953d6a1d911499c"/>
    <p:sldId xmlns:r="http://schemas.openxmlformats.org/officeDocument/2006/relationships" id="261" r:id="R34216256582d4ac9"/>
    <p:sldId xmlns:r="http://schemas.openxmlformats.org/officeDocument/2006/relationships" id="262" r:id="Rf5f010f2ff644c8d"/>
    <p:sldId xmlns:r="http://schemas.openxmlformats.org/officeDocument/2006/relationships" id="263" r:id="R06eed553000043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b7a7f79b234489" /><Relationship Type="http://schemas.openxmlformats.org/officeDocument/2006/relationships/slideMaster" Target="/ppt/slideMasters/slideMaster1.xml" Id="Rb26eb49fd6514dad" /><Relationship Type="http://schemas.openxmlformats.org/officeDocument/2006/relationships/notesMaster" Target="/ppt/notesMasters/notesMaster1.xml" Id="R93f7c552235c4bde" /><Relationship Type="http://schemas.openxmlformats.org/officeDocument/2006/relationships/presProps" Target="/ppt/presProps.xml" Id="R0c6b2b777a434e6d" /><Relationship Type="http://schemas.openxmlformats.org/officeDocument/2006/relationships/tableStyles" Target="/ppt/tableStyles.xml" Id="R977f50d34f21445f" /><Relationship Type="http://schemas.openxmlformats.org/officeDocument/2006/relationships/slide" Target="/ppt/slides/slide1.xml" Id="R00d45916f704464c" /><Relationship Type="http://schemas.openxmlformats.org/officeDocument/2006/relationships/slide" Target="/ppt/slides/slide2.xml" Id="R88785ed4c8004d29" /><Relationship Type="http://schemas.openxmlformats.org/officeDocument/2006/relationships/slide" Target="/ppt/slides/slide3.xml" Id="R96ad99248e4745db" /><Relationship Type="http://schemas.openxmlformats.org/officeDocument/2006/relationships/slide" Target="/ppt/slides/slide4.xml" Id="Rcf4513602cf3474d" /><Relationship Type="http://schemas.openxmlformats.org/officeDocument/2006/relationships/slide" Target="/ppt/slides/slide5.xml" Id="Rd953d6a1d911499c" /><Relationship Type="http://schemas.openxmlformats.org/officeDocument/2006/relationships/slide" Target="/ppt/slides/slide6.xml" Id="R34216256582d4ac9" /><Relationship Type="http://schemas.openxmlformats.org/officeDocument/2006/relationships/slide" Target="/ppt/slides/slide7.xml" Id="Rf5f010f2ff644c8d" /><Relationship Type="http://schemas.openxmlformats.org/officeDocument/2006/relationships/slide" Target="/ppt/slides/slide8.xml" Id="R06eed553000043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2016f26ff49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b2a0b60e4e429e" /><Relationship Type="http://schemas.openxmlformats.org/officeDocument/2006/relationships/notesMaster" Target="/ppt/notesMasters/notesMaster1.xml" Id="R9afe59cae389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b36e690a04436f" /><Relationship Type="http://schemas.openxmlformats.org/officeDocument/2006/relationships/notesMaster" Target="/ppt/notesMasters/notesMaster1.xml" Id="R1ead4c0990cf4e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b03ec6436849cb" /><Relationship Type="http://schemas.openxmlformats.org/officeDocument/2006/relationships/notesMaster" Target="/ppt/notesMasters/notesMaster1.xml" Id="Rd65a120776f74c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a8de48501f4695" /><Relationship Type="http://schemas.openxmlformats.org/officeDocument/2006/relationships/notesMaster" Target="/ppt/notesMasters/notesMaster1.xml" Id="R64bb8fe4da1544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efb7ddaa44be8" /><Relationship Type="http://schemas.openxmlformats.org/officeDocument/2006/relationships/notesMaster" Target="/ppt/notesMasters/notesMaster1.xml" Id="R9cfe685fd824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f0073eb2e1474b" /><Relationship Type="http://schemas.openxmlformats.org/officeDocument/2006/relationships/notesMaster" Target="/ppt/notesMasters/notesMaster1.xml" Id="Rffe520b739634f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111d03ac8e4a14" /><Relationship Type="http://schemas.openxmlformats.org/officeDocument/2006/relationships/notesMaster" Target="/ppt/notesMasters/notesMaster1.xml" Id="R2e022b7e61a74d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2625ba614742ac" /><Relationship Type="http://schemas.openxmlformats.org/officeDocument/2006/relationships/notesMaster" Target="/ppt/notesMasters/notesMaster1.xml" Id="Re06894e55cf3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6624dff1340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1b3f50a58c43eb" /><Relationship Type="http://schemas.openxmlformats.org/officeDocument/2006/relationships/slideLayout" Target="/ppt/slideLayouts/slideLayout1.xml" Id="Rb29fbc5bed6f46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9fbc5bed6f46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a97d637c64a46" /><Relationship Type="http://schemas.openxmlformats.org/officeDocument/2006/relationships/notesSlide" Target="/ppt/notesSlides/notesSlide1.xml" Id="R65dc3bb534544c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8e48788344814" /><Relationship Type="http://schemas.openxmlformats.org/officeDocument/2006/relationships/notesSlide" Target="/ppt/notesSlides/notesSlide2.xml" Id="R59f0c1cda1a241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06f916e404c18" /><Relationship Type="http://schemas.openxmlformats.org/officeDocument/2006/relationships/notesSlide" Target="/ppt/notesSlides/notesSlide3.xml" Id="R6a817bbda816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93b445724523" /><Relationship Type="http://schemas.openxmlformats.org/officeDocument/2006/relationships/notesSlide" Target="/ppt/notesSlides/notesSlide4.xml" Id="Rd8aae5d4d82e4a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d23dea5b44ff1" /><Relationship Type="http://schemas.openxmlformats.org/officeDocument/2006/relationships/notesSlide" Target="/ppt/notesSlides/notesSlide5.xml" Id="R1236b0196e5c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2ecd985c0440f" /><Relationship Type="http://schemas.openxmlformats.org/officeDocument/2006/relationships/notesSlide" Target="/ppt/notesSlides/notesSlide6.xml" Id="R8fc00cf4ad67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0969aeef248b6" /><Relationship Type="http://schemas.openxmlformats.org/officeDocument/2006/relationships/notesSlide" Target="/ppt/notesSlides/notesSlide7.xml" Id="R1e091da841074c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fedf40af04ad4" /><Relationship Type="http://schemas.openxmlformats.org/officeDocument/2006/relationships/notesSlide" Target="/ppt/notesSlides/notesSlide8.xml" Id="R6c4ece30a2c94c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DB81E-A1F1-4302-880C-1B57280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46A22-8E56-407D-8215-A3CA7279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6B302-2B40-4C4A-AF9B-BEA9CD04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Video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2A5D0-5704-4D46-8E3D-7909F0F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E076A-DE3F-4483-8E9C-84FDD7D9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045E9-E7F8-455A-88FB-AA1EA24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9EFC9-8097-41EE-A2C7-77F419F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6F832-CD87-4A0B-9E30-4E948D5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900A5-E319-4472-B787-F6688F5F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33C36-DA2B-41DC-A60E-A4EAC81C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D4D9A-4228-410A-83ED-01B8965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3CDE1-B6C9-4FF1-9AE6-E79E0541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BD2B7-2ECD-4CE9-9A22-8494891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48E01-B129-43CE-80C7-15BEEC9A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66699-4552-4DC7-BF59-410551A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81C1E-7F53-435F-AB34-870BB4D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ACDC3-BAE7-4DE1-A051-C33FD54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7BF0B-743B-4DD0-8057-4FAE839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69897-E716-452B-9404-095308D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开场镜头：项目全景、设备亮相、主屏进入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A4476-6D84-49A0-B317-335B256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D714F-FCF2-4AD1-BAD6-2E190F80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B5A68-4F79-4169-B11A-9E54CE4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2969620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4C085-8B0B-4FED-B1ED-83AA78E3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57D8F-9FBB-4B81-B38E-03240422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B0F10-7058-426D-85F2-8FC5E512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Care Scene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0FDBB-443D-4C70-A270-5846874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9154D-42D2-4B9A-9AA7-300E10B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A821C-C115-4DC3-AB31-0A4B568A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6C8EA-8018-45CA-B517-BC145D75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6D845-3E30-424C-A601-56FC6A6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6674C-CE3A-4687-A078-A1C44B33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护理人员只需要看清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哪张床正在出问题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19752-C6AC-452B-914E-353136B0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5CA00-39CC-440E-BC3C-699E6D9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多床位统一监视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A168-2F60-42E4-9E00-51E4637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457C3-BC29-42FB-B304-467FF3F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床位状态一眼判断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93081-28C8-49A9-83F7-ED26095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1BCE7-8A33-42AD-8139-3A866CC4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异常事件集中呈现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9BD00-5FA8-4E7E-86A8-CF278D8A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9167F-DEC4-4219-B34A-FE876285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11C3E3-5B4B-4ECE-9618-07A534A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E7EC7-1693-462B-87B0-A5BD5CA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10D07-DE91-415E-BF84-9204BB7B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60C1C-5EFF-4123-9A93-A55B1434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录制护士站首页：展示正常、关注、紧急床位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BFBF2-B6BC-4883-92F8-E7EE0DC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E1148-4E0F-4AC5-A9E4-900A22FD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DFCEF-33C9-42C0-B101-9F4620A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5284253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A1563-4C9C-40B0-AA37-2A3CC61A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7DCEA-102B-416B-998D-CE8964E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3899E-4A3F-4B7C-B772-581F0CE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23348-CBF0-4F56-A144-AABB470E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D17CC-064F-425E-81A2-FEC91288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2F4BA-C2A4-4EB8-9226-5ED79B38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1ACC7-7E3D-458E-B6F7-A2491F3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7DF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A559F-0FAF-4625-A99E-2DFD2236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C7DF"/>
                </a:solidFill>
              </a:defRPr>
            </a:pPr>
            <a:r>
              <a:rPr sz="1275" b="1">
                <a:solidFill>
                  <a:srgbClr val="42C7DF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D871B-91CA-43EE-BC95-60EA3EDB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生命体征和呼噜信号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同步进入驾驶舱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3C6DB-6401-49E4-A461-A12DB5E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D48F1-E765-4AFF-B894-14BBF75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雷达无接触生命体征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872EE-2D9F-43C5-AF69-19AA6A5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55517-5032-49D9-93DE-F33E13A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呼噜强度实时变化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4C38A-12CE-4036-B2F1-0ECB6088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AE882-112A-46D6-AADB-7E85E82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短暂抖动不误判离线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62222-E4F3-4802-BC1C-091067B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30D0D-40C2-4FC2-8CB1-7581F60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34C41-863C-4E7B-90D6-173807B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4C294-D031-4D75-ADB1-1535876C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24F23-A054-4507-B179-3C0CC1A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9C1E4-F95C-47D6-B86C-AB79556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录制生命体征页：心率、呼吸率、呼噜趋势实时刷新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700AF-B1EA-4502-9C70-3B6C758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20B99-A52B-404C-8AB2-EC9C1B2B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A9331-49FC-400C-BB11-C0325A3C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4817649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6E21D9-DE1D-4872-B601-CD88EBB1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03BFA-9ABE-452B-9027-A2E1899E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14132-BC91-46CB-B42B-0BEF1A0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E52D0-E37E-4C53-A0C9-12618615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80A9B-C2AE-4580-888F-DB99FE39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E651-029C-4713-A464-A5540EEE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9C6F0-D4DB-4147-9055-FFD3630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9B2D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FBC22-1A42-4938-9708-A032D52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E9B2D"/>
                </a:solidFill>
              </a:defRPr>
            </a:pPr>
            <a:r>
              <a:rPr sz="1275" b="1">
                <a:solidFill>
                  <a:srgbClr val="EE9B2D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30173-23FB-4F65-9871-DD6585E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环境数据帮助判断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睡眠舒适度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2F165-0FDF-46E1-BFC6-70D45790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BBD38-5A68-49F2-927F-67EF9B3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温湿度持续上报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5CF98-82F8-4E1A-B5B6-217D20D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A79A5-7FE8-480C-A6D9-15409098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环境声音趋势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0C35F-D1D4-40AB-8981-1BE99D9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A4CCC-E937-47EB-BC45-E3913EF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舒适度评分提示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FED5C-80AA-415F-98BE-CC6FD68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28884-B2BF-4B19-9307-8E945C41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B1BE8-A12A-4A91-B0C7-3D290562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13F1D-2833-496D-AD02-720C9F39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4F3C7-D883-42F6-A1E2-19B2A16F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F35C8-893D-4753-8A43-7D91C655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录制睡眠环境分析：温度、湿度、声音数据同步变化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9529C-75B5-4363-B025-2EEB0D58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9B85A-B1C9-469E-8084-44674D9C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8B1ED-6D61-47F3-A4DC-5C21C49C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1010819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7F38F8-AC8B-4EE7-962F-52F88569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45210-3DAA-47BC-BBE7-8BBF43D3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1909D-BBE3-4E52-89D8-E6E4CA4F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Guard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863AC-9839-413E-91E4-40AE1C7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41517-3F74-4E79-9539-82B62F5B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46F97-D5D1-49B8-933E-94BCE614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FD39C-9B02-4DE6-ABE1-956F318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5912-EBF2-4629-A21B-AFFC0F0B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E2C54-EA7D-4301-8236-3A86C38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小智终端默认守护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呼噜和求助不中断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69591-BA5A-4991-9BDF-97E5530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1466A-E651-40CB-982C-BB524C2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守护模式在线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EFFE4-E281-47F4-85AD-A10973A6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B10BC-56C9-4E74-84D7-95EF70F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本地呼噜检测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D9295-8006-4531-B990-71B2119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CD527-46C1-44A9-A243-77ACE13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求助语音触发 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D14F3-ADC4-4175-9AA5-A67C0D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CB4F9-23D9-4591-BA09-E86F7130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ABBC1-5744-4224-B557-4380749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C2553-F003-4063-93D1-BFA8051C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229F4-CFEC-4C37-B084-016A0C1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A7953-B529-435B-B5B0-FDA1836A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录制开发板屏幕：守护模式在线、呼噜检测、时间显示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92A96-A889-4C98-B07D-7DE986E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E6C32F-8118-4C2F-95DD-BAAE5BB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7B88A-D20A-407F-8193-E5A78FC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12409343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7EA7C-A313-4FB5-9CAC-82E3C8F7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3CE98-21E1-4A31-9DFE-FE29452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4F6EF-CD43-4604-A2FD-577D0A04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Emergency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57FE-97E8-46B7-B630-96084CB5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D3DC6-A8F6-4143-9A85-D57A697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A6ACA-E032-4960-8788-71E464C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E726C-256E-41F7-AA66-DDD96531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23744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DFA16-8B86-42C9-B159-24E08A5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3744"/>
                </a:solidFill>
              </a:defRPr>
            </a:pPr>
            <a:r>
              <a:rPr sz="1275" b="1">
                <a:solidFill>
                  <a:srgbClr val="E23744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10456-F86E-4E1B-BB64-82F06F2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紧急事件从开发板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同步到前端处理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CAF47-3246-4617-9554-83C0A8BE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C115A-CCFF-406C-9232-3AB13C18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语音求助或跌落触发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41A99-BA45-4C13-A3D0-1DB5965F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8529F-DBBE-4EE7-A9FC-A7AF074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大屏标红并语音播报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674A4-5128-4BE5-8284-FB42C23B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F84FC-E8E3-4D26-93C5-8749B1B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处理后全端解除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C3C04-83F1-49DF-9EF1-F7E886F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69027-3EE2-4965-A4B5-9A53D63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5658F-B504-407D-AD0D-18D92FB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5CBC1-6D2E-41FB-ACE4-59E3BF8E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2BF73-D4F8-4D88-A2FE-528A6E7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CF93F4-403D-4B4C-B8C7-239E7D2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 SOS 闭环：触发告警、前端弹窗、确认处理、状态恢复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32D17-9670-49DB-81AB-2B2C307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9C5FA-AE07-4A33-9FEB-7F9B3785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FF7FD-20B4-453A-A5B7-50561B0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8036875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36887-AB07-46D1-99E5-151F9D0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C9B09-630E-4A7F-8A0B-5550263D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6D0DE-9AB8-4DF9-ADD1-6079E0D8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597A3-2B69-4FA9-818E-2276CE53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AEAEB-8998-451F-9D4C-A5B3E93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3777F-C62F-409C-B5CB-9FF1AA7B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F7EA3-6D2A-4F34-88ED-791C203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6DF62-6D3E-42F8-8FD9-CC4A461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D2581-A056-4D88-8857-A10D87C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真实后端把雷达、小智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和移动端连成闭环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31AA3-FBE7-4BFD-982E-398D1070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5DFC6-36CA-48CA-A041-12A21C4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UDP 雷达数据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D1F0C-8798-43E3-BC92-56AAA42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FA6F9-3615-433A-B5DC-ED660C4B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HTTP 设备心跳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053D9-72A6-4578-8820-3130B326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EC249-70EC-4A7E-830A-6BC96A8B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Web 与 Android 同步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26644-362C-4C7C-8647-400A9BF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7D626-3582-4CDD-B6FA-CFB3F439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52281-BDC9-406E-9D05-666A1E09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50D94-3B3A-4C68-B913-4E264FD2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522AC-D523-43C0-9B64-CBC0BC0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D692A-D005-4BC0-AA92-B12E1C8A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录制接口联动：后端运行、设备在线、移动端/网页同步刷新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7374C-B2B6-4C69-8058-D9D7C81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77779-2F13-444B-8E92-FD1006BC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60158-77F7-4433-B05C-1A9AD72A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5088703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4514E-5A08-47BE-B37B-52B79DA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5161A-B603-4ACA-876A-A0D1945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0CE58-E5CD-4E5F-86E4-2E3E5E1F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1C93F-5B5E-434A-9720-F9FA0A5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1BEAF-70EA-4437-9508-4D3749B1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CE4C4-7847-4EB6-B30C-31D37E3D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F12F9-A02E-4750-8986-D26E7D0C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B50F3-2227-4319-B414-7973244E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A694-00DD-462F-B560-50EA6D3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监测不打扰睡眠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求助能及时听见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7A0DD-C8FB-4CFA-8E99-1E71CF2D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A5DE9-DAC8-43BC-B074-F2A0EA13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适合医院与养老院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060BB-0F3D-4B33-B9FA-285CF1E9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10821-02CD-43A2-BA27-1217F2CF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支持多套设备扩展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4DCD5-42ED-4B11-8335-BA620E0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16F9F-BEAD-4A1F-BCEC-72769CD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可演示、可部署、可迭代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1CAD7-1AAF-427E-A1B7-B8E07276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F02CB-A91E-42DD-B61B-B006F3F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65934-4992-44C0-87B2-20D8461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1348A-856C-48CF-8AD4-4BB8A55E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5CA16-EC6B-4112-9B3D-FF012F58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75E6E-54DB-4E8E-9567-4A80EE6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结尾镜头：护士站大屏、Android、开发板同框展示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70A9E-2D32-4320-A377-4562A085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D371-8CAB-4E46-9F4E-AE69674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05421-9DDF-411C-9D41-A833FE8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982A6"/>
                </a:solidFill>
              </a:defRPr>
            </a:pPr>
            <a:r>
              <a:rPr sz="1050">
                <a:solidFill>
                  <a:srgbClr val="7982A6"/>
                </a:solidFill>
              </a:rPr>
              <a:t>把录好的视频拖入此框，保持 16:9 裁切</a:t>
            </a:r>
          </a:p>
        </p:txBody>
      </p:sp>
    </p:spTree>
    <p:extLst>
      <p:ext uri="{BB962C8B-B14F-4D97-AF65-F5344CB8AC3E}">
        <p14:creationId xmlns:p14="http://schemas.microsoft.com/office/powerpoint/2010/main" val="202888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2026-07-04T01:58:47.4110000Z</dcterms:created>
  <dcterms:modified xsi:type="dcterms:W3CDTF">2026-07-04T01:58:47.4110000Z</dcterms:modified>
</coreProperties>
</file>