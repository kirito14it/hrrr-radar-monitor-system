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673d4b8abc4320" /><Relationship Type="http://schemas.openxmlformats.org/officeDocument/2006/relationships/extended-properties" Target="/docProps/app.xml" Id="Rfc3866b0a1c64fe7" /><Relationship Type="http://schemas.openxmlformats.org/officeDocument/2006/relationships/officeDocument" Target="/ppt/presentation.xml" Id="Re3776f233284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0450c90294ad8"/>
  </p:sldMasterIdLst>
  <p:notesMasterIdLst>
    <p:notesMasterId xmlns:r="http://schemas.openxmlformats.org/officeDocument/2006/relationships" r:id="Ra4a6197271984e0a"/>
  </p:notesMasterIdLst>
  <p:sldIdLst>
    <p:sldId xmlns:r="http://schemas.openxmlformats.org/officeDocument/2006/relationships" id="256" r:id="R389aa6fdb29743da"/>
    <p:sldId xmlns:r="http://schemas.openxmlformats.org/officeDocument/2006/relationships" id="257" r:id="R38669ae970e84d49"/>
    <p:sldId xmlns:r="http://schemas.openxmlformats.org/officeDocument/2006/relationships" id="258" r:id="R0f9a2f02fb3f4662"/>
    <p:sldId xmlns:r="http://schemas.openxmlformats.org/officeDocument/2006/relationships" id="259" r:id="R2941e09a07954605"/>
    <p:sldId xmlns:r="http://schemas.openxmlformats.org/officeDocument/2006/relationships" id="260" r:id="R91286b938eb04f96"/>
    <p:sldId xmlns:r="http://schemas.openxmlformats.org/officeDocument/2006/relationships" id="261" r:id="R767ebc031ac14e68"/>
    <p:sldId xmlns:r="http://schemas.openxmlformats.org/officeDocument/2006/relationships" id="262" r:id="R8bea42c5bb344fc5"/>
    <p:sldId xmlns:r="http://schemas.openxmlformats.org/officeDocument/2006/relationships" id="263" r:id="R47a4a190f79341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c5c0d0e714fed" /><Relationship Type="http://schemas.openxmlformats.org/officeDocument/2006/relationships/slideMaster" Target="/ppt/slideMasters/slideMaster1.xml" Id="Rc280450c90294ad8" /><Relationship Type="http://schemas.openxmlformats.org/officeDocument/2006/relationships/notesMaster" Target="/ppt/notesMasters/notesMaster1.xml" Id="Ra4a6197271984e0a" /><Relationship Type="http://schemas.openxmlformats.org/officeDocument/2006/relationships/presProps" Target="/ppt/presProps.xml" Id="R081ac17fe3f3483a" /><Relationship Type="http://schemas.openxmlformats.org/officeDocument/2006/relationships/tableStyles" Target="/ppt/tableStyles.xml" Id="R44fa0ddf8c944611" /><Relationship Type="http://schemas.openxmlformats.org/officeDocument/2006/relationships/slide" Target="/ppt/slides/slide1.xml" Id="R389aa6fdb29743da" /><Relationship Type="http://schemas.openxmlformats.org/officeDocument/2006/relationships/slide" Target="/ppt/slides/slide2.xml" Id="R38669ae970e84d49" /><Relationship Type="http://schemas.openxmlformats.org/officeDocument/2006/relationships/slide" Target="/ppt/slides/slide3.xml" Id="R0f9a2f02fb3f4662" /><Relationship Type="http://schemas.openxmlformats.org/officeDocument/2006/relationships/slide" Target="/ppt/slides/slide4.xml" Id="R2941e09a07954605" /><Relationship Type="http://schemas.openxmlformats.org/officeDocument/2006/relationships/slide" Target="/ppt/slides/slide5.xml" Id="R91286b938eb04f96" /><Relationship Type="http://schemas.openxmlformats.org/officeDocument/2006/relationships/slide" Target="/ppt/slides/slide6.xml" Id="R767ebc031ac14e68" /><Relationship Type="http://schemas.openxmlformats.org/officeDocument/2006/relationships/slide" Target="/ppt/slides/slide7.xml" Id="R8bea42c5bb344fc5" /><Relationship Type="http://schemas.openxmlformats.org/officeDocument/2006/relationships/slide" Target="/ppt/slides/slide8.xml" Id="R47a4a190f793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fcb687ec5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7a425c09d8461f" /><Relationship Type="http://schemas.openxmlformats.org/officeDocument/2006/relationships/notesMaster" Target="/ppt/notesMasters/notesMaster1.xml" Id="R3508c1b9598b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68b1a7a87485c" /><Relationship Type="http://schemas.openxmlformats.org/officeDocument/2006/relationships/notesMaster" Target="/ppt/notesMasters/notesMaster1.xml" Id="Ref5ea3d9b78e41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5b273372f4ec3" /><Relationship Type="http://schemas.openxmlformats.org/officeDocument/2006/relationships/notesMaster" Target="/ppt/notesMasters/notesMaster1.xml" Id="R2b7fa6364eeb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dc0c223b64bde" /><Relationship Type="http://schemas.openxmlformats.org/officeDocument/2006/relationships/notesMaster" Target="/ppt/notesMasters/notesMaster1.xml" Id="R30e57a3632ea4d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3cdfc0dfa04fe2" /><Relationship Type="http://schemas.openxmlformats.org/officeDocument/2006/relationships/notesMaster" Target="/ppt/notesMasters/notesMaster1.xml" Id="Rcd1929f53d6f49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54cd82fc74f8c" /><Relationship Type="http://schemas.openxmlformats.org/officeDocument/2006/relationships/notesMaster" Target="/ppt/notesMasters/notesMaster1.xml" Id="Rffe2bd70f2cf46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d17dcb32b64e1f" /><Relationship Type="http://schemas.openxmlformats.org/officeDocument/2006/relationships/notesMaster" Target="/ppt/notesMasters/notesMaster1.xml" Id="R87b5eba1187540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a59b82a2554ade" /><Relationship Type="http://schemas.openxmlformats.org/officeDocument/2006/relationships/notesMaster" Target="/ppt/notesMasters/notesMaster1.xml" Id="R94689acff9e9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893c6ae3a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fa428d96b04378" /><Relationship Type="http://schemas.openxmlformats.org/officeDocument/2006/relationships/slideLayout" Target="/ppt/slideLayouts/slideLayout1.xml" Id="Rd4e972bd2815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e972bd2815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5751a6a5420b" /><Relationship Type="http://schemas.openxmlformats.org/officeDocument/2006/relationships/image" Target="/ppt/media/image.jpeg" Id="R10846f4a25454b5e" /><Relationship Type="http://schemas.openxmlformats.org/officeDocument/2006/relationships/image" Target="/ppt/media/image.png" Id="R8bea5bc0ede84e33" /><Relationship Type="http://schemas.openxmlformats.org/officeDocument/2006/relationships/notesSlide" Target="/ppt/notesSlides/notesSlide1.xml" Id="Rf2db479ae9fa40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88aa310d4916" /><Relationship Type="http://schemas.openxmlformats.org/officeDocument/2006/relationships/image" Target="/ppt/media/image2.jpeg" Id="Raca0a4b221ff4284" /><Relationship Type="http://schemas.openxmlformats.org/officeDocument/2006/relationships/notesSlide" Target="/ppt/notesSlides/notesSlide2.xml" Id="R5fdfd94864d04f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ff838bb364ee6" /><Relationship Type="http://schemas.openxmlformats.org/officeDocument/2006/relationships/image" Target="/ppt/media/image2.png" Id="R979c1e791d1a43e9" /><Relationship Type="http://schemas.openxmlformats.org/officeDocument/2006/relationships/notesSlide" Target="/ppt/notesSlides/notesSlide3.xml" Id="Rbba3f2fa6f71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b63c8ddfa4daf" /><Relationship Type="http://schemas.openxmlformats.org/officeDocument/2006/relationships/image" Target="/ppt/media/image3.png" Id="R4a7fb0d4fa3c43ff" /><Relationship Type="http://schemas.openxmlformats.org/officeDocument/2006/relationships/notesSlide" Target="/ppt/notesSlides/notesSlide4.xml" Id="R9f21c049b64c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e8ce710e4215" /><Relationship Type="http://schemas.openxmlformats.org/officeDocument/2006/relationships/image" Target="/ppt/media/image3.jpeg" Id="R11481fb2e16d488a" /><Relationship Type="http://schemas.openxmlformats.org/officeDocument/2006/relationships/notesSlide" Target="/ppt/notesSlides/notesSlide5.xml" Id="R10390aa9126b45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787274baf4842" /><Relationship Type="http://schemas.openxmlformats.org/officeDocument/2006/relationships/image" Target="/ppt/media/image4.png" Id="Re8f5436394de43cb" /><Relationship Type="http://schemas.openxmlformats.org/officeDocument/2006/relationships/notesSlide" Target="/ppt/notesSlides/notesSlide6.xml" Id="R5b85989b887c4a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d65b6cf484478" /><Relationship Type="http://schemas.openxmlformats.org/officeDocument/2006/relationships/image" Target="/ppt/media/image5.png" Id="Rfc3c0fc8052e4799" /><Relationship Type="http://schemas.openxmlformats.org/officeDocument/2006/relationships/notesSlide" Target="/ppt/notesSlides/notesSlide7.xml" Id="Rbf91e50856b3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8d2df0e4643a5" /><Relationship Type="http://schemas.openxmlformats.org/officeDocument/2006/relationships/image" Target="/ppt/media/image6.png" Id="R8583878ca737413d" /><Relationship Type="http://schemas.openxmlformats.org/officeDocument/2006/relationships/notesSlide" Target="/ppt/notesSlides/notesSlide8.xml" Id="R2ecfd956284f41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602A4-2CF4-40E3-AAC0-4726BA4B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8510F-4785-4532-967B-6E0289D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E403F-9674-4647-A4C6-F4AB8334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39872-BCAE-4B09-8377-84C9BAA3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F39F1-B639-4707-BCC7-8B01BA0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2D30B-1454-4EB7-BF76-89190959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A9D93-8463-46F5-8129-FC3514F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7CF38-7299-4EAA-A937-0F0AA46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89B28-4DB8-4589-BC73-DD6D13F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65FAF-34DA-4D14-9E05-8FE5460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243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DE4FF-0978-4F0E-87AA-FA3A0A71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C3537-B1AB-44EE-89AD-3CFBDC3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D3772-8CC0-4064-B2D6-E1382F6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250C1-0506-46E4-8E36-F5B48ED9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CF6EE-7855-4D2F-A193-B76AF983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729D6-2D92-49A3-B269-8965641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E4ED9-BA27-40BD-8FCD-2A0807A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4639E-4090-413E-B1C4-F6AB4AF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BF752-AFB6-4199-8B07-D399997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开场镜头：项目全景、设备亮相、主屏进入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FCDF0-8AA0-4016-9CEC-21DD13C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7A2BE-0822-4193-AFD0-766495D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7CDBC-9394-4E6B-BA1D-F8D8BCE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A219B-D59F-46F4-A330-59508FD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40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46f4a25454b5e"/>
          <a:srcRect xmlns:a="http://schemas.openxmlformats.org/drawingml/2006/main" l="0" t="27841" r="0" b="27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5486400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E73F4-5E02-4EBA-80C9-6220184C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0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小智守护终端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F4C02-D2BF-4D25-B0E7-F7241D0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140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a5bc0ede84e33"/>
          <a:stretch xmlns:a="http://schemas.openxmlformats.org/drawingml/2006/main"/>
        </p:blipFill>
        <p:spPr>
          <a:xfrm xmlns:a="http://schemas.openxmlformats.org/drawingml/2006/main">
            <a:off x="2477348" y="5486400"/>
            <a:ext cx="988904" cy="742950"/>
          </a:xfrm>
          <a:prstGeom xmlns:a="http://schemas.openxmlformats.org/drawingml/2006/main" prst="roundRect">
            <a:avLst>
              <a:gd name="adj" fmla="val 15385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1F8C0-2666-4BB2-B9CF-84BE2E7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0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毫米波雷达板</a:t>
            </a:r>
          </a:p>
        </p:txBody>
      </p:sp>
    </p:spTree>
    <p:extLst>
      <p:ext uri="{BB962C8B-B14F-4D97-AF65-F5344CB8AC3E}">
        <p14:creationId xmlns:p14="http://schemas.microsoft.com/office/powerpoint/2010/main" val="20996723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17046-6FBB-4F77-A64A-2D805191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B9B72-54C9-40E6-B2EE-119C74E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3BC0-BB83-4CAE-B49E-0363215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88C13-E279-42CF-AB39-3BF505E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74F5D-95A5-4BAE-AD0E-276CE5D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94807-E4E1-46C0-9B2C-5AC909CD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12E74-40EC-4895-BE95-FB4550C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1C0C6-9891-4097-A02B-F1A5F31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C11E8-80EA-4AC5-B9A2-B704B995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护理人员只需要看清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哪张床正在出问题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62569-983B-446C-AA7D-04141BAE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CA57C-CBE4-4D66-BB77-C388212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多床位统一监视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03CE2-4D14-4D61-85B9-8D6639A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ED005-C318-443A-B260-74CEBA4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床位状态一眼判断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AC9B1-1896-433E-B590-54C37EC0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3CAE1-1734-41AF-86B6-9FF1713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异常事件集中呈现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BD578-CAF0-4C3D-9625-7096633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20B82-58A0-47C5-BAF1-937B8CC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F1FFF-97B2-439F-83B0-5DB86C4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DAA89-6385-4F5B-9D8A-B5389E56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2A1D7-D47C-449B-930A-2FABAD58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590CF-065A-4244-A93C-829D37A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录制护士站首页：展示正常、关注、紧急床位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861C5-3E1D-4ECE-82BE-FD764B6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9B6BD-878C-4181-B277-A4783D9B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B93DE-E41F-4ACB-AF64-08D5D988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29490-693D-4A4C-B1B1-EE6F6E3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0a4b221ff4284"/>
          <a:srcRect xmlns:a="http://schemas.openxmlformats.org/drawingml/2006/main" l="0" t="30287" r="0" b="30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467350"/>
            <a:ext cx="270510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41EE4-E652-4AE2-ACE3-98B4CEAC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护士站床位监视屏</a:t>
            </a:r>
          </a:p>
        </p:txBody>
      </p:sp>
    </p:spTree>
    <p:extLst>
      <p:ext uri="{BB962C8B-B14F-4D97-AF65-F5344CB8AC3E}">
        <p14:creationId xmlns:p14="http://schemas.microsoft.com/office/powerpoint/2010/main" val="910452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D7D50-4D0C-4843-A5F2-09D1921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4453E-A404-4DDD-A983-B341AB1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5EF4-134C-4831-B17F-F730290B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7D2A9-6054-4FC1-82E0-6DDD2DC9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B9FE4-A3A9-484F-8D21-9C3E666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210AE-4A97-4693-ADCC-F6965FC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9BB5-D568-4E8A-AA05-AA61BA1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7DF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2FF68-EDF9-4837-88ED-D8F13778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99670-A766-4BF3-8A74-48501AA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生命体征和呼噜信号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同步进入驾驶舱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4FF8A-6D11-4025-AB11-569F9C2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03D75-2945-45A7-89D3-04C218FB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雷达无接触生命体征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099A-FD60-42D2-A4E9-05B4A582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D0006-AFAA-4B86-AF44-19A8B9A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呼噜强度实时变化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977E2-0BE3-4899-B10A-F791583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FDBDA-2F6E-4821-A869-D97312B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短暂抖动不误判离线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E98F4-7438-431D-980D-CA51F2AD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45C63-E053-47BD-82C4-2C72D15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61220-68A3-4A05-84E6-A514870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14C5F-E3C2-4836-880A-826F6ED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FEF48-528E-4350-839F-7ACFA2D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01123-9517-44DA-B639-57ED80A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录制生命体征页：心率、呼吸率、呼噜趋势实时刷新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DA5C7-92D4-4D7E-B5C7-CB80DE92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7E32D-8917-4902-A4AD-863242B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F5CC6-DECE-4A25-9936-37D27CBA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40E3D-086D-4FD7-932D-CA06894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c1e791d1a43e9"/>
          <a:srcRect xmlns:a="http://schemas.openxmlformats.org/drawingml/2006/main" l="0" t="30282" r="0" b="30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467350"/>
            <a:ext cx="270510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98279-597F-4C78-AC19-DF047FB6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生命体征监测页面</a:t>
            </a:r>
          </a:p>
        </p:txBody>
      </p:sp>
    </p:spTree>
    <p:extLst>
      <p:ext uri="{BB962C8B-B14F-4D97-AF65-F5344CB8AC3E}">
        <p14:creationId xmlns:p14="http://schemas.microsoft.com/office/powerpoint/2010/main" val="12765609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4CF33-3EB2-4C0F-BA00-5DBBB146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E451A-C9B4-496A-8262-F7134B8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0FF4C-FC1A-4BA1-B73C-3AA01B4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A0D18-FC5D-4681-8B8E-0A01021D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739F1-042B-4704-8205-8DCA22E0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3670F-9952-4839-B85C-AB47508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22EE6-E894-4336-980E-637D96C5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9B2D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326D-8E41-4624-9553-C95BD5B0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8DD23-251E-44FA-B275-50F918F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环境数据帮助判断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睡眠舒适度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DCA07-C6D1-4039-B89B-DAC7CFC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CE34B-64D4-48B7-B2E2-B3C5A22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温湿度持续上报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A3853-C6BE-4EC8-8668-6EF0C181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7287A-C2BD-4340-804A-0C501B20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环境声音趋势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F7A32-2B39-4472-BBFB-FFA0C4C1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3863C-13E0-4034-B66D-46ED58E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舒适度评分提示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FCFF8-FA35-4892-8D1A-8B1DCD14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F20D-1AD2-4244-8A22-AD7FE45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5CB34-8B6B-45B2-9D72-5058EC9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B9B3A-510E-4EAA-B027-D8A1B0CB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01F38-0063-43F3-BE93-3A6CF3E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9337B-FB60-42DC-BED5-923BAE30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录制睡眠环境分析：温度、湿度、声音数据同步变化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73AF3-0551-4E5E-A8A3-B04F1CF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8A20B-B353-4A75-8D1F-5EFC203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B68E7-B36F-4D0F-8C51-6C54BF4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45275-C084-4910-BF09-6B20408A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b0d4fa3c43ff"/>
          <a:srcRect xmlns:a="http://schemas.openxmlformats.org/drawingml/2006/main" l="0" t="30282" r="0" b="30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467350"/>
            <a:ext cx="270510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ACEB1-7591-4118-AAE9-3B8EAFB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睡眠环境分析页面</a:t>
            </a:r>
          </a:p>
        </p:txBody>
      </p:sp>
    </p:spTree>
    <p:extLst>
      <p:ext uri="{BB962C8B-B14F-4D97-AF65-F5344CB8AC3E}">
        <p14:creationId xmlns:p14="http://schemas.microsoft.com/office/powerpoint/2010/main" val="9567036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2C701-771D-4AAA-90C3-0D2C1B1F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77AFC-7842-4377-A078-2F240F83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845EA-A652-4942-BC8D-7B56E330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A8376-8337-4244-AC1C-36FF7B96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2A534-5C34-4F39-86D6-AE6A212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D6B64-3CE2-4396-8FB9-6179CBC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38B2A-4B92-4C83-8972-A0A5B22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A3FA6-27B1-4A98-91D3-0F9A117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D0F06-ACD3-489C-84A4-FFC0C8C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小智终端默认守护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呼噜和求助不中断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737A9-28A2-4E96-82EB-5252D69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1E60C-C264-414E-BAB4-498F1094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AD1D7-CC37-46A6-8308-FECCA124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C5A85-9E01-47A2-9311-CAD7D8AA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32DD3-A862-42E7-8C2A-C81767C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DAEC1-40BC-4E64-9E12-48EA0B2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求助语音触发 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D23EC-1E3A-417B-9877-76B2A54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EC0D5-5744-4D56-81AE-AC6D3B4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0D58C-9C29-4B99-B219-FA7B367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3DECC-D5DA-4EFA-ABFD-AD29182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9101B-C4A3-4F7E-BF6A-9257D83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A5A5B-266C-48CD-9954-BCB1432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录制开发板屏幕：守护模式在线、呼噜检测、时间显示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4B8DC-DA08-40EC-A80B-498F15FC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F1588-B32B-49DA-A648-62DE151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EBFA9-9331-4CFA-B2C5-44A1741B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6137B-ED74-4067-8090-85862D1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81fb2e16d488a"/>
          <a:srcRect xmlns:a="http://schemas.openxmlformats.org/drawingml/2006/main" l="0" t="40757" r="0" b="40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467350"/>
            <a:ext cx="270510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030A2-306D-47FD-9D6B-DC4012AC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小智呼噜/守护终端</a:t>
            </a:r>
          </a:p>
        </p:txBody>
      </p:sp>
    </p:spTree>
    <p:extLst>
      <p:ext uri="{BB962C8B-B14F-4D97-AF65-F5344CB8AC3E}">
        <p14:creationId xmlns:p14="http://schemas.microsoft.com/office/powerpoint/2010/main" val="6354510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40194-3FEC-4FA1-906C-407B90D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80E04-5E78-46AB-AEC6-9CDE323A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248FF-C730-4DE7-811D-2CDB77C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5B223-F5F4-4B1A-B177-72213BE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AAD7A-FD3C-499E-93FF-C7EE0272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A0BE0-365B-42E2-BFE5-2BA73640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2D645-4F43-4470-B812-4CD4F48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3744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7C341-4B49-446B-BBDC-8D507BB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6AE8B-7822-47C8-BFE3-9C84249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紧急事件从开发板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同步到前端处理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ECC5E-A108-4A8D-9D74-6724D19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970B4-9558-45A8-8FB4-B453901A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语音求助或跌落触发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4B4B-DE02-403F-B320-CCD7663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1A842-BD40-4CC1-AED6-E168CC0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大屏标红并语音播报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87C3D-E743-457C-9D7A-7AACB73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89DEF-53F2-42A5-906A-75FD578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处理后全端解除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75E67-0F72-43E2-95A8-3FC515BC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0C384-4FB5-48BB-BAD8-2E296342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77AE2-DB0E-4E00-85F8-C4DBFCA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850D0-5DC0-4A1A-ABA9-A4539FD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5F334-6077-47F6-BBAB-AA110F05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69F9A-037C-49BD-ABB5-C2D83F9B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 SOS 闭环：触发告警、前端弹窗、确认处理、状态恢复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19A79-87CB-452F-8C62-AB4DE99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6568D-A6A4-4400-A2F7-761B13B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D55BC-7CC0-47AF-8F25-7AC57E8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3F3B2-8B6A-4956-AE3D-3A07196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5436394de43cb"/>
          <a:srcRect xmlns:a="http://schemas.openxmlformats.org/drawingml/2006/main" l="0" t="30282" r="0" b="30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467350"/>
            <a:ext cx="270510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4370C-833C-4EE5-85D9-87AAE338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看护预警中心</a:t>
            </a:r>
          </a:p>
        </p:txBody>
      </p:sp>
    </p:spTree>
    <p:extLst>
      <p:ext uri="{BB962C8B-B14F-4D97-AF65-F5344CB8AC3E}">
        <p14:creationId xmlns:p14="http://schemas.microsoft.com/office/powerpoint/2010/main" val="7079739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AC544-273C-44E6-9AE3-F48B9D5D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EADFF-ECA9-4A1C-958C-A53FA1E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0D21-818C-4387-B6D2-22E713C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EFFC-A54B-43FF-B26A-17B3111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01C7C-825B-4F17-8065-C309DB13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14353-A802-4FD6-B09C-4F654DFF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A4BD6-2B54-4615-8F6D-95A9B46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B508C-0900-4EB9-A209-D60FC5A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D5418-C860-4B15-AAB9-B23CE409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真实后端把雷达、小智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和移动端连成闭环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CE95E-A2FD-40A0-900C-D0F23EDF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9F2D4-300B-449F-A768-89E0B4BE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UDP 雷达数据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0F3AF-6A66-475D-A966-970D7D03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A9070-B744-4023-8CC4-EDB6BCC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HTTP 设备心跳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186B7-34C1-438C-B8F1-3DAD686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5D658-AC02-455A-8B3B-EDE76FD9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与 Android 同步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EEBE-DAD4-4610-ADFC-B5CD025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4EE8F-13D4-4F17-A337-0B0B60F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CC1C6-3AD7-4542-84D4-088C4CB7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7F362-A6C0-4891-9DA0-ECC35B9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FFD4C-0696-4719-B2F5-5021441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071C2-B21E-437D-9E03-4DC7A66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录制接口联动：后端运行、设备在线、移动端/网页同步刷新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E2582-5C47-4469-8B4B-7777790F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DFB37-D2A0-444F-9339-9F8D37CF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E0A4D-77CD-4D50-B38E-C7543DA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5BE34-8B43-4BC2-9F11-4537349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0fc8052e4799"/>
          <a:stretch xmlns:a="http://schemas.openxmlformats.org/drawingml/2006/main"/>
        </p:blipFill>
        <p:spPr>
          <a:xfrm xmlns:a="http://schemas.openxmlformats.org/drawingml/2006/main">
            <a:off x="1501775" y="5467350"/>
            <a:ext cx="1111250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8082E-771B-480A-9344-F70C5CBD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系统总体架构</a:t>
            </a:r>
          </a:p>
        </p:txBody>
      </p:sp>
    </p:spTree>
    <p:extLst>
      <p:ext uri="{BB962C8B-B14F-4D97-AF65-F5344CB8AC3E}">
        <p14:creationId xmlns:p14="http://schemas.microsoft.com/office/powerpoint/2010/main" val="400781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F3AEF-E5A4-4E4A-9E9E-89AAC9FC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08149-92F8-4C96-86BF-E86653A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595BA-B95A-45DD-B0C5-A502794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0E4DF-E4F8-4135-AC42-1BD207F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DFF77-C472-4153-AD5A-94BBCB18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0E4C-B1EC-4B3C-B344-8683953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EAFAF-DD58-4082-B11E-9B98FCD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DC356-113E-47F3-8C71-4ABCD88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32574-95AB-40C3-B877-4B44787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监测不打扰睡眠</a:t>
            </a:r>
          </a:p>
          <a:p xmlns:a="http://schemas.openxmlformats.org/drawingml/2006/main">
            <a:pPr>
              <a:defRPr sz="2175" b="1">
                <a:solidFill>
                  <a:srgbClr val="222E61"/>
                </a:solidFill>
              </a:defRPr>
            </a:pPr>
            <a:r>
              <a:rPr sz="2175" b="1">
                <a:solidFill>
                  <a:srgbClr val="222E61"/>
                </a:solidFill>
              </a:rPr>
              <a:t>求助能及时听见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BE5BA-8585-40CC-A6AD-652F1EEE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5A24-BDE6-4212-A5CE-32E816E8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适合医院与养老院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FEF5D-E27B-4473-88B4-2CA4A8A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FCA24-B891-4DB5-B092-65DB9BD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支持多套设备扩展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845FE-B195-49FF-9EF6-6C4A1124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A25A9-E0D8-4B32-9140-257162F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可演示、可部署、可迭代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0A891-C0C3-48D0-8225-6750F2E7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7010400" cy="40767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24E3D-1BA3-4011-9DFC-BB45034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3C44-DF20-46E2-83B7-12EA9DE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61341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A156B-4FFA-4ACF-8B72-E56BDD9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CA749-82E0-4DD7-9260-E9FA728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4E710-0678-4D07-A2DA-DCD2AB4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结尾镜头：护士站大屏、Android、开发板同框展示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36B1F-4618-425D-9E8C-E88FA385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6057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F4A40-7B2F-417A-9522-E3B0B901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E9ED8-FA50-46C4-BEA8-AA7B9951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02381-13DE-4B74-ACB5-42C02002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3878ca737413d"/>
          <a:stretch xmlns:a="http://schemas.openxmlformats.org/drawingml/2006/main"/>
        </p:blipFill>
        <p:spPr>
          <a:xfrm xmlns:a="http://schemas.openxmlformats.org/drawingml/2006/main">
            <a:off x="1740881" y="5467350"/>
            <a:ext cx="633038" cy="666750"/>
          </a:xfrm>
          <a:prstGeom xmlns:a="http://schemas.openxmlformats.org/drawingml/2006/main" prst="roundRect">
            <a:avLst>
              <a:gd name="adj" fmla="val 171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77C06-3799-4A7B-9AE2-13F0F486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982A6"/>
                </a:solidFill>
              </a:defRPr>
            </a:pPr>
            <a:r>
              <a:rPr sz="900">
                <a:solidFill>
                  <a:srgbClr val="7982A6"/>
                </a:solidFill>
              </a:rPr>
              <a:t>Android 看护端</a:t>
            </a:r>
          </a:p>
        </p:txBody>
      </p:sp>
    </p:spTree>
    <p:extLst>
      <p:ext uri="{BB962C8B-B14F-4D97-AF65-F5344CB8AC3E}">
        <p14:creationId xmlns:p14="http://schemas.microsoft.com/office/powerpoint/2010/main" val="1287054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2026-07-04T01:23:17.3830000Z</dcterms:created>
  <dcterms:modified xsi:type="dcterms:W3CDTF">2026-07-04T01:23:17.3830000Z</dcterms:modified>
</coreProperties>
</file>